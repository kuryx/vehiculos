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quien abra (Juan Pablo). 20 segundos: nombre, equipo, y la frase de una línea: 'una app para que el dueño de una moto o un carro sepa qué le vence y cuándo, sin depender de la memoria ni del mecánico'.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Pablo. Tres ideas: km vs tiempo, fechas de documentos, dependencia del mecánico. Cierra con el caso real de la Gixxer: es la prueba de que el problema es de nosotros, no inventado. No leer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Pablo. Esta es la pregunta que el profe siempre hace. Tres razones: dónde se lee el dato, cuándo se necesita la alerta, y sin conexión (RNF-01).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Pablo. Subrayar que son medibles: 15 días, 6 toques, 2 toques. El quinto objetivo (que el taller reinicie el contador) se menciona con la diapositiva de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Pablo. Lo que no está en 'incluye' no se construye. Si preguntan por el chatbot o la API de fabricantes del SRS de agosto: se sacaron del alcance a propósito y quedó registrado en el historial del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David. Por qué dos roles: el conductor sabe cuándo actualiza el km, pero el taller sabe a qué km exacto hizo el cambio. Separar el rol evita que ese dato dependa de que el conductor lo transcriba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David. Recorrido pantalla por pantalla del conductor. Señalar en P-02 la alerta 'SOAT vence en 12 días' y en P-03 la alerta 'Cambio de aceite vencido por tiempo': es RN-01, vence lo que llegue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David. P-04 es el formulario (condición mínima). P-05 y P-06 son sus pantallas: explicar el semáforo de estados (al día, próximo, vencido) y que el taller reinicia el contador. Reemplazar los dos marcos por las imágenes p05 y p06 antes de la sustentación.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Anderson. Demo con la app ya abierta antes de empezar. Narrar cada salto con la pila: push apila, pop desapila. Si preguntan por otro correo: el login recorre la lista usuarios y si no lo encuentra muestra el SnackBar y no navega.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Anderson (o David). 13 RF y 7 RNF en el documento; aquí los que definen la app. Cada RF tiene rol y prioridad; cada RNF tiene un número que se puede medir.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David. Cinco entidades; un usuario tiene muchos vehículos; un vehículo tiene ítems, documentos y mantenimientos realizados. Si preguntan por los id de la sección 10: aparecen cuando los datos pasen a SQLite; hoy cada vehículo guarda sus ítems adentro.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Anderson. Mismo mapa de la sección 11 y mismo que el código. Pregunta típica: '¿qué pasa si en el login usamos pushReplacement?' — P-01 se borra de la pila y Cerrar sesión no tendría adónde volver: pantalla negra.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Anderson. Mostrar las dos mitades: el push con MaterialPageRoute y el constructor que recibe. Preguntas: '¿por qué push y no pushReplacement?' (P-02 debe seguir debajo para volver). '¿Es una copia?' No: es una referencia al mismo objeto de la lista vehiculos.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Pablo (login) y Anderson (pop). 'final Usuario usuario = encontrado' hace falta porque dentro del builder Dart no promociona la variable que puede ser null. '¿Por qué pop y no push al login?' Porque push apilaría un segundo login: P-01 → P-02 → P-01.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Anderson. La estructura es la que pide la actividad. Cada decisión tiene su razón; las cuatro primeras están en el documento (secciones 9, 10 y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quien cierre. Declararlo no resta; ocultarlo sí. Cada integrante debe poder explicar cualquier línea, incluidas las que no escribió. Después: ronda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83759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vence a tu moto o a tu carro, y cuándo.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Móvil (IF2004) · Grupo 602 · Entregable 1: definición y navegación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Muñoz Betancur · Juan Pablo Bustos Sepúlveda · Anderson Fabián Sánchez Benítez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 septiembre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el mantenimiento se lleva de memoria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técnica · El problema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527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pasan los kilómetros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371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desgaste se mide en tiempo ("hace como tres meses") y no en km, que es la medida real. Una moto de uso diario pasa los 3.000 km del aceite en seis semanas.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95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pasan las fechas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2514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SOAT, técnico-mecánica e impuesto vencen una vez al año, en fechas distintas, y nadie avisa. Circular sin ellos: multa e inmovilización (Ley 769 de 2002, art. 131).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53872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mecánico es la única fuente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05156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lo que el conductor le cuente y tiene interés en que el vehículo vuelva al taller.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394960" y="109728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623560" y="1325880"/>
            <a:ext cx="457200" cy="45720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43560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21792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del equipo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62356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Gixxer 250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623560" y="2331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manual pide el cambio de aceite cada 3.000 km o 3 meses, lo que ocurra primero. Como es una moto secundaria, la cuenta se llevaba por meses y de memoria. El cambio se hizo después del intervalo.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app, ese aceite hoy aparecería como “vencido por tiempo”.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 app móvil y no una hoja de cálculo?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técnica · El problema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5489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se lee en el tablero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kilometraje se ve con el vehículo al frente y el teléfono en la mano, no frente a un computador.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417320"/>
            <a:ext cx="548640" cy="54864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394" y="15489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alerta se necesita antes de salir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si hoy hay pico y placa o si el SOAT vence mañana sirve en la puerta, no al final del día.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1887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417320"/>
            <a:ext cx="548640" cy="54864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14" y="15489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conexión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parqueadero o en carretera no siempre hay señal. Todo se guarda en el teléfono.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técnica · Objetivos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44168"/>
            <a:ext cx="457200" cy="45720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5389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188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44475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conductor sepa, desde su teléfono y sin depender del taller, qué mantenimiento y qué documento le vence a cada vehículo y en cuánto tiempo.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días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anticipación mínima con la que cada vencimiento aparece en el panel.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44775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27655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toques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2727655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máximo para registrar un vehículo después del inicio de sesión.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32350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1523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toques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4815230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actualizar el kilometraje desde el panel del vehículo.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19926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2806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abrir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6902806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se ve si hoy hay pico y placa, sin buscarlo en otra parte.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objetivo tiene un número: así se sabe al final si se logró.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esta versión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técnica · Alcance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411480" cy="411480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" y="1378915"/>
            <a:ext cx="213970" cy="2139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78308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con dos roles: conductor y mecánico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motos y carros por conductor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por vehículo: kilometraje, próximo mantenimiento, SOAT, técnico-mecánica, impuesto y pico y placa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mantenimientos con intervalo en km y en meses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mantenimientos realizados por el taller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guardados en el teléfono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280160"/>
            <a:ext cx="411480" cy="41148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795" y="1378915"/>
            <a:ext cx="213970" cy="21397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178308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push: “avisar” es mostrarlo en el panel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Chatbot, sugerencias de repuestos y comparación de componentes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automática a fabricantes: los planes son datos fijos por modelo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Gasolina, batería, presión de llantas (sensores)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Gastos, compras o pagos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cuentas nuevas, iOS, web y pico y placa fuera de Medellín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usa la app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técnica · Roles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3898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82880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sus vehículos y actualiza el kilometraje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el panel de cada uno: qué vence y cuándo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un mantenimiento como hecho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3898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Mecánico / taller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182880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los vehículos que atiende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mantenimiento que hizo, con el kilometraje real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registro reinicia el contador del ítem (RN-05)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y contraseña; el rol viene con la cuenta y decide a qué pantalla entra.   </a:t>
            </a:r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sin acceso: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Movilidad (pico y placa, impuesto), aseguradoras (SOAT), fabricantes (planes de mantenimiento).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del conductor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técnica · Mockup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85216" y="1088136"/>
            <a:ext cx="1709928" cy="2944368"/>
          </a:xfrm>
          <a:prstGeom prst="roundRect">
            <a:avLst>
              <a:gd name="adj" fmla="val 962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600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img/p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43000"/>
            <a:ext cx="1600200" cy="2834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4087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Inicio de sesión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343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y contraseña. El rol decide la pantalla siguiente.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14600" y="2423160"/>
            <a:ext cx="365760" cy="256032"/>
          </a:xfrm>
          <a:prstGeom prst="rightArrow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99816" y="1088136"/>
            <a:ext cx="1709928" cy="2944368"/>
          </a:xfrm>
          <a:prstGeom prst="roundRect">
            <a:avLst>
              <a:gd name="adj" fmla="val 962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54680" y="1143000"/>
            <a:ext cx="1600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img/p02-mis-vehiculo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4680" y="1143000"/>
            <a:ext cx="1600200" cy="2834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80360" y="4087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Mis vehículos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880360" y="4343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tarjeta por vehículo con la alerta más próxima. Botón + y Cerrar sesión.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29200" y="2423160"/>
            <a:ext cx="365760" cy="256032"/>
          </a:xfrm>
          <a:prstGeom prst="rightArrow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14416" y="1088136"/>
            <a:ext cx="1709928" cy="2944368"/>
          </a:xfrm>
          <a:prstGeom prst="roundRect">
            <a:avLst>
              <a:gd name="adj" fmla="val 962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69280" y="1143000"/>
            <a:ext cx="1600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img/p03-panel-vehicul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0" y="1143000"/>
            <a:ext cx="1600200" cy="2834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4087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Panel del vehículo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394960" y="4343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Kilometraje, próximo mantenimiento, documentos y pico y placa. Botón Ver mantenimientos.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7543800" y="1188720"/>
            <a:ext cx="1188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 un vehículo en P-02 abre su panel: ese es el paso de lista a detalle.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mantenimientos y taller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técnica · Mockup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85216" y="1088136"/>
            <a:ext cx="1709928" cy="2944368"/>
          </a:xfrm>
          <a:prstGeom prst="roundRect">
            <a:avLst>
              <a:gd name="adj" fmla="val 962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600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img/p04-registrar-vehicul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43000"/>
            <a:ext cx="1600200" cy="2834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4087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Registrar vehículo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343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marca, modelo, año, placa, ciudad y kilometraje. Guardar vuelve a la lista.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99816" y="1088136"/>
            <a:ext cx="1709928" cy="2944368"/>
          </a:xfrm>
          <a:prstGeom prst="roundRect">
            <a:avLst>
              <a:gd name="adj" fmla="val 9626"/>
            </a:avLst>
          </a:prstGeom>
          <a:solidFill>
            <a:srgbClr val="F3F5F9"/>
          </a:solidFill>
          <a:ln w="12700">
            <a:solidFill>
              <a:srgbClr val="D9DEE7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3154680" y="1143000"/>
            <a:ext cx="1600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del mockup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(docs/mockup)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880360" y="4087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Mantenimientos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880360" y="4343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ítem con su intervalo (“cada 3.000 km o 3 meses”), cuánto falta, estado en color y botón Hecho.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14416" y="1088136"/>
            <a:ext cx="1709928" cy="2944368"/>
          </a:xfrm>
          <a:prstGeom prst="roundRect">
            <a:avLst>
              <a:gd name="adj" fmla="val 9626"/>
            </a:avLst>
          </a:prstGeom>
          <a:solidFill>
            <a:srgbClr val="F3F5F9"/>
          </a:solidFill>
          <a:ln w="12700">
            <a:solidFill>
              <a:srgbClr val="D9DEE7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669280" y="1143000"/>
            <a:ext cx="1600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del mockup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(docs/mockup)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394960" y="4087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P-06 Taller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4343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atendidos y formulario para registrar un mantenimiento: ítem, kilometraje y fecha.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7543800" y="1188720"/>
            <a:ext cx="1188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P-06 es la pantalla del segundo rol: el mecánico entra directo aquí desde el login.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 · Demo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4" y="12746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completo del mapa de navegación, en el emulador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384048" cy="384048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como conductor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8928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conductor@correo.com / 1234 → Mis vehículos saluda con el correo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331720"/>
            <a:ext cx="384048" cy="384048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2350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 ABC12D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3500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la Gixxer: 4.800 km, aceite, SOAT 06/10/2026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384048" cy="384048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2807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mantenimientos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28072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ítems con su estado; el aceite ya vencido por meses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3246120"/>
            <a:ext cx="384048" cy="384048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3264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Atrás, atrás, +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474720" y="32644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vehículo, Guardar vuelve a la lista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3703320"/>
            <a:ext cx="384048" cy="384048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3721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sesión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3474720" y="37216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hasta el login, que sigue vivo debajo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4160520"/>
            <a:ext cx="384048" cy="384048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051560" y="4178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como mecánico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474720" y="41788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taller@correo.com / 1234 → Taller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principales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 · Requerimientos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846320" cy="3474720"/>
          </a:xfrm>
          <a:prstGeom prst="roundRect">
            <a:avLst>
              <a:gd name="adj" fmla="val 210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72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 y llevar al usuario a la pantalla de su rol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vehículos del conductor con la alerta más próxima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4203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RF-04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542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vehículo tocado: km, mantenimiento, documentos, pico y placa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266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0266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vencimiento por km y por meses; mostrar el que llegue primero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112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112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un mantenimiento como hecho con kilometraje y fecha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9959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RF-12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95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Conservar los datos entre una apertura y la siguiente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09728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150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15727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RNF-01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1572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conexión: todo se ve sin internet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215798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RNF-02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1579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y muestra la lista en &lt; 3 s en gama media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0" y="2743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RNF-03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Táctil ≥ 48 × 48 px; la alerta se lee sin abrir el panel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715000" y="33284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RNF-05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3284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8.0+, pantallas de 5 a 6,7”, vertical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715000" y="391363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RNF-06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913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contraseña nunca se guarda en texto plano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 · Modelo de datos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161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nombre, correo, clave,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 (conductor | mecanico)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161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508760"/>
            <a:ext cx="2103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placa, tipo, marca, modelo,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anio, ciudad, kmActual,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fechaKm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999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ItemMantenimiento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291840"/>
            <a:ext cx="2194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nombre, intervaloKm,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intervaloMeses, ultimoKm,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ultimaFecha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29260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29992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291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(SOAT | Tecnico-mecanica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Impuesto), fechaVencimiento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29260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2999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MantenimientoRealizado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291840"/>
            <a:ext cx="2286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item, km, fecha,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registrado_por (conductor | taller)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próximo entregable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68880" y="1645920"/>
            <a:ext cx="822960" cy="0"/>
          </a:xfrm>
          <a:prstGeom prst="line">
            <a:avLst/>
          </a:prstGeom>
          <a:noFill/>
          <a:ln w="19050">
            <a:solidFill>
              <a:srgbClr val="1E50C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80560" y="2377440"/>
            <a:ext cx="-2788920" cy="548640"/>
          </a:xfrm>
          <a:prstGeom prst="line">
            <a:avLst/>
          </a:prstGeom>
          <a:noFill/>
          <a:ln w="19050">
            <a:solidFill>
              <a:srgbClr val="1E50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80560" y="2377440"/>
            <a:ext cx="0" cy="548640"/>
          </a:xfrm>
          <a:prstGeom prst="line">
            <a:avLst/>
          </a:prstGeom>
          <a:noFill/>
          <a:ln w="19050">
            <a:solidFill>
              <a:srgbClr val="1E50C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80560" y="2377440"/>
            <a:ext cx="2926080" cy="548640"/>
          </a:xfrm>
          <a:prstGeom prst="line">
            <a:avLst/>
          </a:prstGeom>
          <a:noFill/>
          <a:ln w="19050">
            <a:solidFill>
              <a:srgbClr val="1E50C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514600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2514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1430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298448"/>
            <a:ext cx="365760" cy="36576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7142" y="1386230"/>
            <a:ext cx="190195" cy="190195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766560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local en el teléfono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309360" y="1691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 en esta versión. En este entregable los datos son fijos en lib/modelos/vehiculo.dart y los objetos aún no llevan id.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mantenimiento realizado actualiza ultimoKm y ultimaFecha de su ítem: así se reinicia el contador (RN-05).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navegación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 · Navegación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
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
</a:t>
            </a:r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vehículos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3108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3108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P-06
</a:t>
            </a:r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8686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868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
</a:t>
            </a:r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vehículo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17830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1783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
</a:t>
            </a:r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vehículo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17830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1783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
</a:t>
            </a:r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0" y="2331720"/>
            <a:ext cx="731520" cy="-640080"/>
          </a:xfrm>
          <a:prstGeom prst="line">
            <a:avLst/>
          </a:prstGeom>
          <a:noFill/>
          <a:ln w="19050">
            <a:solidFill>
              <a:srgbClr val="1E50C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011680" y="1783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conductor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0" y="2606040"/>
            <a:ext cx="731520" cy="731520"/>
          </a:xfrm>
          <a:prstGeom prst="line">
            <a:avLst/>
          </a:prstGeom>
          <a:noFill/>
          <a:ln w="19050">
            <a:solidFill>
              <a:srgbClr val="1E50C8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011680" y="3108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mecánico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89120" y="1463040"/>
            <a:ext cx="822960" cy="-320040"/>
          </a:xfrm>
          <a:prstGeom prst="line">
            <a:avLst/>
          </a:prstGeom>
          <a:noFill/>
          <a:ln w="19050">
            <a:solidFill>
              <a:srgbClr val="1E50C8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434840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+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89120" y="1691640"/>
            <a:ext cx="822960" cy="365760"/>
          </a:xfrm>
          <a:prstGeom prst="line">
            <a:avLst/>
          </a:prstGeom>
          <a:noFill/>
          <a:ln w="19050">
            <a:solidFill>
              <a:srgbClr val="1E50C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389120" y="19659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 vehículo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0" y="2103120"/>
            <a:ext cx="457200" cy="0"/>
          </a:xfrm>
          <a:prstGeom prst="line">
            <a:avLst/>
          </a:prstGeom>
          <a:noFill/>
          <a:ln w="19050">
            <a:solidFill>
              <a:srgbClr val="1E50C8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720840" y="1828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mantenim.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flechas son Navigator.push; se vuelve con Navigator.pop.   </a:t>
            </a:r>
            <a:pPr indent="0" marL="0">
              <a:buNone/>
            </a:pPr>
            <a:r>
              <a:rPr lang="en-US" sz="11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del conductor: 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→ P-02 → P-03 → P-05. Atrás desapila una a una; Cerrar sesión en P-02 deja solo P-01, que siguió vivo debajo.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viaja el dato de la lista al detalle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 · Código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153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61288"/>
            <a:ext cx="466344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lib/pantallas/mis_vehiculos.dart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itemBuilder: (context, index)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vehiculo = vehiculos[index];   // el de ESTA fila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TarjetaVehiculo(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vehiculo: vehiculo,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onTap: ()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Navigator.push(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context,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MaterialPageRoute(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builder: (context) =&gt;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PanelVehiculo(vehiculo: vehiculo),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108960" cy="2286000"/>
          </a:xfrm>
          <a:prstGeom prst="roundRect">
            <a:avLst>
              <a:gd name="adj" fmla="val 24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0" y="1161288"/>
            <a:ext cx="28346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lib/pantallas/panel_vehiculo.dart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PanelVehiculo extends StatelessWidget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PanelVehiculo({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super.key,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this.vehiculo,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Vehiculo vehiculo;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build() lee vehiculo.placa,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vehiculo.kmActual, vehiculo.items...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77840" y="347472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354787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llega el vehículo tocado y no otro: 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crea su propia variable vehiculo y su propio onTap, que la recuerda (closure). Se pasa por constructor con required: si falta, no compila.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login decide la ruta por rol; se vuelve con pop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 · Código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120640" cy="3611880"/>
          </a:xfrm>
          <a:prstGeom prst="roundRect">
            <a:avLst>
              <a:gd name="adj" fmla="val 151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61288"/>
            <a:ext cx="484632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lib/pantallas/login.dart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Usuario? encontrado;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(final Usuario usuario in usuarios)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(usuario.correo == _correo.text.trim() &amp;&amp;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usuario.clave == _clave.text)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encontrado = usuario;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(encontrado == null) { /* SnackBar */ return;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Usuario usuario = encontrado;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(usuario.rol == 'conductor')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Navigator.push(context, MaterialPageRoute(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builder: (context) =&gt; MisVehiculos(correo: usuario.correo)));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Navigator.push(context, MaterialPageRoute(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builder: (context) =&gt; Taller(mecanico: usuario)));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760720" y="1051560"/>
            <a:ext cx="2926080" cy="1828800"/>
          </a:xfrm>
          <a:prstGeom prst="roundRect">
            <a:avLst>
              <a:gd name="adj" fmla="val 3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161288"/>
            <a:ext cx="26517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Mis vehículos: Cerrar sesión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TextButton(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onPressed: () =&gt;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Navigator.pop(context),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const Text('Cerrar sesión'),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 flecha automática en P-02: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automaticallyImplyLeading: false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0" y="301752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310896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
</a:t>
            </a:r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del pop:  P-01 → P-02
Después:  P-01
</a:t>
            </a:r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no crea nada: descarta la de encima y deja ver la que ya existía. Por eso el login vuelve con el correo escrito.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decisiones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54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 · Repositorio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754880" cy="2148840"/>
          </a:xfrm>
          <a:prstGeom prst="roundRect">
            <a:avLst>
              <a:gd name="adj" fmla="val 255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61288"/>
            <a:ext cx="448056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         cómo ejecutar, cuentas, capturas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docs/definicion.md 14 secciones, referencias, IA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docs/mockup/       p01-login.png … p06-taller.png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docs/presentacion/ estas diapositivas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lib/main.dart      home: PantallaLogin()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lib/modelos/       vehiculo.dart (clases + datos fijos)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lib/pantallas/     login, mis_vehiculos, panel_vehiculo,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registrar_vehiculo, mantenimientos, taller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lib/widgets/       tarjeta_vehiculo.dart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3619195"/>
            <a:ext cx="213970" cy="21397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4290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github.com/kuryx/VEHICULOS
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por tarea y Pull Request para todo lo que entra a main. Commits propios de los tres, en documentación y en código.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394960" y="1051560"/>
            <a:ext cx="3291840" cy="3611880"/>
          </a:xfrm>
          <a:prstGeom prst="roundRect">
            <a:avLst>
              <a:gd name="adj" fmla="val 222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2356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623560" y="155448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Kilómetros o meses, lo que llegue primero (RN-01): así sirve para la moto de diario y la de fin de semana.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vencen solo por fecha; mantenimientos por km o meses.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mecánico: el taller reinicia el contador con el km real.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viajan por constructor con required, no por variables globales ni rutas con nombre.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 visto en clase: sin paquetes, sin manejo de estado externo.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servidor: base local; en este entregable, datos fijos.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VEHICULOS · Entregable 1 ·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inteligencia artificial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1E50C8"/>
          </a:solidFill>
          <a:ln w="12700">
            <a:solidFill>
              <a:srgbClr val="1E50C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217981"/>
            <a:ext cx="261518" cy="2615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(chat y Claude Code), declarado en docs/definicion.md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40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el SRS de agosto en las 14 secciones; borrador de requerimientos, reglas y modelo; esqueleto de pantallas y navegación, pidiendo la explicación de cada parte.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7830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aceptamos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2240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por fecha y mantenimientos por km o meses. El rol de mecánico. Las seis pantallas y el mapa.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17830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corregimos / descartamos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240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borrador con otra numeración se reacomodó. Se descartó la pantalla aparte de Documentación y las notificaciones push.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problema, el tema, los roles, el caso real, los mockups, las referencias y el código de las pantallas los escribimos y decidimos nosotros.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VEHICULOS — Entregable 1</dc:title>
  <dc:subject>PptxGenJS Presentation</dc:subject>
  <dc:creator>Equipo VEHICULOS</dc:creator>
  <cp:lastModifiedBy>Equipo VEHICULOS</cp:lastModifiedBy>
  <cp:revision>1</cp:revision>
  <dcterms:created xsi:type="dcterms:W3CDTF">2026-09-26T06:50:48Z</dcterms:created>
  <dcterms:modified xsi:type="dcterms:W3CDTF">2026-09-26T06:50:48Z</dcterms:modified>
</cp:coreProperties>
</file>